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presProps" Target="/ppt/presProps.xml" Id="rId2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pn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.png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png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5.png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6.png" Id="rI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7.png" Id="rI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8.png" Id="rI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9.png" Id="rI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png" Id="rI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png" Id="rId2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